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227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64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761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137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117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36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0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870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439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61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608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0900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8834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9024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51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40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273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08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365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649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2577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8553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7141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995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0220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06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090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8133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3708BDCE-7BA3-4621-A7A5-C984F6D99903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84B947F-F005-4AED-9E2A-B322DC38A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96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1" r:id="rId1"/>
    <p:sldLayoutId id="2147484462" r:id="rId2"/>
    <p:sldLayoutId id="2147484463" r:id="rId3"/>
    <p:sldLayoutId id="2147484464" r:id="rId4"/>
    <p:sldLayoutId id="2147484465" r:id="rId5"/>
    <p:sldLayoutId id="2147484466" r:id="rId6"/>
    <p:sldLayoutId id="2147484467" r:id="rId7"/>
    <p:sldLayoutId id="2147484468" r:id="rId8"/>
    <p:sldLayoutId id="2147484469" r:id="rId9"/>
    <p:sldLayoutId id="2147484470" r:id="rId10"/>
    <p:sldLayoutId id="2147484471" r:id="rId11"/>
    <p:sldLayoutId id="2147484472" r:id="rId12"/>
    <p:sldLayoutId id="2147484473" r:id="rId13"/>
    <p:sldLayoutId id="2147484474" r:id="rId14"/>
    <p:sldLayoutId id="2147484475" r:id="rId15"/>
    <p:sldLayoutId id="2147484476" r:id="rId16"/>
    <p:sldLayoutId id="2147484477" r:id="rId17"/>
    <p:sldLayoutId id="2147484478" r:id="rId18"/>
    <p:sldLayoutId id="2147484479" r:id="rId19"/>
    <p:sldLayoutId id="2147484480" r:id="rId20"/>
    <p:sldLayoutId id="2147484481" r:id="rId21"/>
    <p:sldLayoutId id="2147484482" r:id="rId22"/>
    <p:sldLayoutId id="2147484483" r:id="rId23"/>
    <p:sldLayoutId id="2147484484" r:id="rId24"/>
    <p:sldLayoutId id="2147484485" r:id="rId25"/>
    <p:sldLayoutId id="2147484486" r:id="rId26"/>
    <p:sldLayoutId id="2147484487" r:id="rId27"/>
    <p:sldLayoutId id="2147484488" r:id="rId28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85AA8-6406-F554-B71E-ACFC45C11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129" y="819508"/>
            <a:ext cx="7649498" cy="2782530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Memory-Powered Marketing Agents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C5B79-2913-D6F8-F878-57D5C38A7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6865" y="3602038"/>
            <a:ext cx="7246374" cy="851975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6196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36C5-99D5-3A6A-0CF5-9D11F727F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27374" cy="716423"/>
          </a:xfrm>
        </p:spPr>
        <p:txBody>
          <a:bodyPr>
            <a:normAutofit/>
          </a:bodyPr>
          <a:lstStyle/>
          <a:p>
            <a:r>
              <a:rPr lang="en-IN" b="1" dirty="0"/>
              <a:t>The Problem: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84B5BD-00F1-5B59-EBD9-EF0A39F7AA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38727"/>
            <a:ext cx="10515600" cy="438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9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86C5-6970-283D-CA32-4DEB60153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4914"/>
          </a:xfrm>
        </p:spPr>
        <p:txBody>
          <a:bodyPr/>
          <a:lstStyle/>
          <a:p>
            <a:r>
              <a:rPr lang="en-IN" b="1" dirty="0"/>
              <a:t>Approach for the 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41AD7-9FE4-2542-5C40-1BC80769F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40"/>
            <a:ext cx="10515600" cy="50069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/>
              <a:t>Three Agents- On Shared Marketing Memory.</a:t>
            </a:r>
          </a:p>
          <a:p>
            <a:pPr marL="0" indent="0">
              <a:buNone/>
            </a:pPr>
            <a:r>
              <a:rPr lang="en-IN" sz="1600" b="1" dirty="0"/>
              <a:t>1.Content Strategy Agent:</a:t>
            </a:r>
          </a:p>
          <a:p>
            <a:pPr lvl="0"/>
            <a:r>
              <a:rPr lang="en-IN" sz="1600" dirty="0"/>
              <a:t>Tracks </a:t>
            </a:r>
            <a:r>
              <a:rPr lang="en-IN" sz="1600" b="1" dirty="0"/>
              <a:t>what content was published</a:t>
            </a:r>
            <a:r>
              <a:rPr lang="en-IN" sz="1600" dirty="0"/>
              <a:t> and how it performed. </a:t>
            </a:r>
          </a:p>
          <a:p>
            <a:pPr lvl="0"/>
            <a:r>
              <a:rPr lang="en-IN" sz="1600" dirty="0"/>
              <a:t>Learns the brand’s </a:t>
            </a:r>
            <a:r>
              <a:rPr lang="en-IN" sz="1600" b="1" dirty="0"/>
              <a:t>voice, audience preferences, and successful topics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Identifies </a:t>
            </a:r>
            <a:r>
              <a:rPr lang="en-IN" sz="1600" b="1" dirty="0"/>
              <a:t>content gaps</a:t>
            </a:r>
            <a:r>
              <a:rPr lang="en-IN" sz="1600" dirty="0"/>
              <a:t> and recommends what to create next.</a:t>
            </a:r>
          </a:p>
          <a:p>
            <a:pPr marL="0" indent="0">
              <a:buNone/>
            </a:pPr>
            <a:r>
              <a:rPr lang="en-IN" sz="1600" b="1" dirty="0"/>
              <a:t>2. SEO &amp; Citation Agent:</a:t>
            </a:r>
          </a:p>
          <a:p>
            <a:pPr lvl="0"/>
            <a:r>
              <a:rPr lang="en-IN" sz="1600" dirty="0"/>
              <a:t>Tracks </a:t>
            </a:r>
            <a:r>
              <a:rPr lang="en-IN" sz="1600" b="1" dirty="0"/>
              <a:t>search rankings, keywords, and past SEO changes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Remembers </a:t>
            </a:r>
            <a:r>
              <a:rPr lang="en-IN" sz="1600" b="1" dirty="0"/>
              <a:t>what optimizations improved or hurt performance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Suggests </a:t>
            </a:r>
            <a:r>
              <a:rPr lang="en-IN" sz="1600" b="1" dirty="0"/>
              <a:t>new SEO opportunities and citation strategies</a:t>
            </a:r>
            <a:r>
              <a:rPr lang="en-IN" sz="1600" dirty="0"/>
              <a:t> based on historical data.</a:t>
            </a:r>
          </a:p>
          <a:p>
            <a:pPr marL="0" indent="0">
              <a:buNone/>
            </a:pPr>
            <a:r>
              <a:rPr lang="en-IN" sz="1600" b="1" dirty="0"/>
              <a:t>3. Social Media Engagement Agent</a:t>
            </a:r>
          </a:p>
          <a:p>
            <a:pPr lvl="0"/>
            <a:r>
              <a:rPr lang="en-IN" sz="1600" dirty="0"/>
              <a:t>Tracks </a:t>
            </a:r>
            <a:r>
              <a:rPr lang="en-IN" sz="1600" b="1" dirty="0"/>
              <a:t>posts, engagement, audience reactions, and posting times</a:t>
            </a:r>
            <a:r>
              <a:rPr lang="en-IN" sz="1600" dirty="0"/>
              <a:t>. </a:t>
            </a:r>
          </a:p>
          <a:p>
            <a:pPr lvl="0"/>
            <a:r>
              <a:rPr lang="en-IN" sz="1600" dirty="0"/>
              <a:t>Learns which </a:t>
            </a:r>
            <a:r>
              <a:rPr lang="en-IN" sz="1600" b="1" dirty="0"/>
              <a:t>topics and post styles</a:t>
            </a:r>
            <a:r>
              <a:rPr lang="en-IN" sz="1600" dirty="0"/>
              <a:t> work best for the audience. </a:t>
            </a:r>
          </a:p>
          <a:p>
            <a:pPr lvl="0"/>
            <a:r>
              <a:rPr lang="en-IN" sz="1600" dirty="0"/>
              <a:t>Recommends </a:t>
            </a:r>
            <a:r>
              <a:rPr lang="en-IN" sz="1600" b="1" dirty="0"/>
              <a:t>future posts and engagement strategies</a:t>
            </a:r>
            <a:r>
              <a:rPr lang="en-IN" sz="1600" dirty="0"/>
              <a:t> based on past performance.</a:t>
            </a:r>
          </a:p>
          <a:p>
            <a:pPr marL="0" indent="0">
              <a:buNone/>
            </a:pPr>
            <a:endParaRPr lang="en-IN" sz="1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DB80D9-265F-92D5-06D7-7262184D7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394" y="365125"/>
            <a:ext cx="3458742" cy="581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612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1EB6F-F77A-3D83-1095-C09AB140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>
            <a:normAutofit/>
          </a:bodyPr>
          <a:lstStyle/>
          <a:p>
            <a:r>
              <a:rPr lang="en-IN" b="1" dirty="0"/>
              <a:t>Flowchart of the approach: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308F2A-58A7-F8D8-9389-749BC8F13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2545"/>
            <a:ext cx="10515600" cy="438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2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AADEC-936B-BCC9-5C6F-9155C3BF8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8603"/>
          </a:xfrm>
        </p:spPr>
        <p:txBody>
          <a:bodyPr>
            <a:normAutofit/>
          </a:bodyPr>
          <a:lstStyle/>
          <a:p>
            <a:r>
              <a:rPr lang="en-IN" b="1" dirty="0"/>
              <a:t>How Our Agents Make Smarter Decisions: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76087-BC29-90B0-2F01-7DA4772A3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729"/>
            <a:ext cx="10515600" cy="52232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Past Data </a:t>
            </a:r>
            <a:endParaRPr lang="en-IN" dirty="0"/>
          </a:p>
          <a:p>
            <a:pPr lvl="0"/>
            <a:r>
              <a:rPr lang="en-IN" dirty="0"/>
              <a:t>Previous posts </a:t>
            </a:r>
          </a:p>
          <a:p>
            <a:pPr lvl="0"/>
            <a:r>
              <a:rPr lang="en-IN" dirty="0"/>
              <a:t>Engagement &amp; clicks</a:t>
            </a:r>
          </a:p>
          <a:p>
            <a:pPr marL="0" indent="0">
              <a:buNone/>
            </a:pPr>
            <a:r>
              <a:rPr lang="en-IN" b="1" dirty="0"/>
              <a:t>Marketing Memory </a:t>
            </a:r>
            <a:endParaRPr lang="en-IN" dirty="0"/>
          </a:p>
          <a:p>
            <a:pPr lvl="0"/>
            <a:r>
              <a:rPr lang="en-IN" dirty="0"/>
              <a:t>Stores historical data </a:t>
            </a:r>
          </a:p>
          <a:p>
            <a:pPr lvl="0"/>
            <a:r>
              <a:rPr lang="en-IN" dirty="0"/>
              <a:t>Remembers successful topics</a:t>
            </a:r>
          </a:p>
          <a:p>
            <a:pPr marL="0" lvl="0" indent="0">
              <a:buNone/>
            </a:pPr>
            <a:r>
              <a:rPr lang="en-IN" b="1" dirty="0"/>
              <a:t>Agent Analysis </a:t>
            </a:r>
            <a:endParaRPr lang="en-IN" dirty="0"/>
          </a:p>
          <a:p>
            <a:pPr lvl="0"/>
            <a:r>
              <a:rPr lang="en-IN" dirty="0"/>
              <a:t>Finds successful patterns </a:t>
            </a:r>
          </a:p>
          <a:p>
            <a:pPr lvl="0"/>
            <a:r>
              <a:rPr lang="en-IN" dirty="0"/>
              <a:t>Understands audience interests</a:t>
            </a:r>
          </a:p>
          <a:p>
            <a:pPr marL="0" indent="0">
              <a:buNone/>
            </a:pPr>
            <a:r>
              <a:rPr lang="en-IN" b="1" dirty="0"/>
              <a:t>Recommendation </a:t>
            </a:r>
            <a:endParaRPr lang="en-IN" dirty="0"/>
          </a:p>
          <a:p>
            <a:pPr lvl="0"/>
            <a:r>
              <a:rPr lang="en-IN" dirty="0"/>
              <a:t>Suggests relevant content </a:t>
            </a:r>
          </a:p>
          <a:p>
            <a:pPr lvl="0"/>
            <a:r>
              <a:rPr lang="en-IN" dirty="0"/>
              <a:t>Recommends new strategies</a:t>
            </a:r>
          </a:p>
          <a:p>
            <a:pPr marL="0" lvl="0" indent="0">
              <a:buNone/>
            </a:pPr>
            <a:r>
              <a:rPr lang="en-IN" b="1" dirty="0"/>
              <a:t>Better </a:t>
            </a:r>
            <a:r>
              <a:rPr lang="en-IN" b="1"/>
              <a:t>Results </a:t>
            </a:r>
            <a:endParaRPr lang="en-IN" dirty="0"/>
          </a:p>
          <a:p>
            <a:pPr lvl="0"/>
            <a:r>
              <a:rPr lang="en-IN" dirty="0"/>
              <a:t>More personalized decisions </a:t>
            </a:r>
          </a:p>
          <a:p>
            <a:pPr lvl="0"/>
            <a:r>
              <a:rPr lang="en-IN" dirty="0"/>
              <a:t>More relevant content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C35D5A-DA52-6815-F44A-1A8E15C43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006" y="953729"/>
            <a:ext cx="7344071" cy="567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75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F131-F075-CD6D-8F86-CB8443B59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591"/>
          </a:xfrm>
        </p:spPr>
        <p:txBody>
          <a:bodyPr>
            <a:normAutofit/>
          </a:bodyPr>
          <a:lstStyle/>
          <a:p>
            <a:r>
              <a:rPr lang="en-IN" b="1" dirty="0"/>
              <a:t>Impact and Future: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01692-ACE5-7BAF-2609-4FDC7A00D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1716"/>
            <a:ext cx="10515600" cy="5105247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71E9C7-8D55-35EB-CEE4-84B114386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71715"/>
            <a:ext cx="10515600" cy="510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193031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192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Helena</vt:lpstr>
      <vt:lpstr>   Memory-Powered Marketing Agents</vt:lpstr>
      <vt:lpstr>The Problem:</vt:lpstr>
      <vt:lpstr>Approach for the Solution:</vt:lpstr>
      <vt:lpstr>Flowchart of the approach:</vt:lpstr>
      <vt:lpstr>How Our Agents Make Smarter Decisions:</vt:lpstr>
      <vt:lpstr>Impact and Future: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Lakshmi Sivani Dadi</dc:creator>
  <cp:lastModifiedBy>Sri Lakshmi Sivani Dadi</cp:lastModifiedBy>
  <cp:revision>4</cp:revision>
  <dcterms:created xsi:type="dcterms:W3CDTF">2026-09-28T14:30:33Z</dcterms:created>
  <dcterms:modified xsi:type="dcterms:W3CDTF">2026-09-29T08:26:22Z</dcterms:modified>
</cp:coreProperties>
</file>